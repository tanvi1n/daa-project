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N-Queens State Space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C5D0EA"/>
                </a:solidFill>
                <a:latin typeface="Calibri"/>
              </a:defRPr>
            </a:pPr>
            <a:r>
              <a:t>Project 10 · Unit IV – Backtracking · N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9FB0D4"/>
                </a:solidFill>
                <a:latin typeface="Calibri"/>
              </a:defRPr>
            </a:pPr>
            <a:r>
              <a:t>Design and Analysis of Algorithms – Macro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/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Place 4 queens on a 4×4 board so that no two queens share a row, column or diagonal.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Solve it with recursive backtracking: one queen per row, try each column.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Visualize the state space tree for N=4, marking invalid branches in red.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Expected outcome (from the project list): a tree showing recursive exploration.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Backtracking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Level k of the tree = placing the queen of row k (one recursive call).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Each node = one attempt: queen in column c of that row.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Unsafe square (same column or diagonal) → branch pruned, shown in red.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Safe square → place queen, recurse into next row.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All columns tried → return, remove the queen (backtrack), try the next column.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Row 5 reached → all 4 queens placed →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procedure Solve(row):                    // N = 4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if row &gt; N:  record solution; return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for col ← 1 to N: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if IsSafe(row, col):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    place queen at (row, col)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    Solve(row + 1)               // recurse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    remove queen from (row, col) // BACKTRACK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else:  prune branch (invalid, red)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function IsSafe(row, col):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for r ← 1 to row − 1: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c ← column of the queen in row r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    if c = col or |c − col| = row − r:  return false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    return true</a:t>
            </a: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6213A"/>
                </a:solidFill>
                <a:latin typeface="Consolas"/>
              </a:defRPr>
            </a:pPr>
            <a:r>
              <a:t>Solve(1)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Prompt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6213A"/>
                </a:solidFill>
                <a:latin typeface="Calibri"/>
              </a:defRPr>
            </a:pPr>
            <a:r>
              <a:t>“Visualize the state space tree for N=4 queens, marking invalid branches in red.”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Refined with: Start root, one level per row, one node per column attempt, red invalid branches labelled col/diag, green solution paths.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Generated with an AI assistant (Claude Code) from the real backtracking algorithm; saved as Visualization.png.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State Space Tree Visualization (N = 4)</a:t>
            </a:r>
          </a:p>
        </p:txBody>
      </p:sp>
      <p:pic>
        <p:nvPicPr>
          <p:cNvPr id="4" name="Picture 3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486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F66"/>
                </a:solidFill>
                <a:latin typeface="Calibri"/>
              </a:defRPr>
            </a:pPr>
            <a:r>
              <a:t>Red = invalid (pruned) placements, labelled col / diag.   Green = paths to the two solutions.</a:t>
            </a:r>
          </a:p>
          <a:p>
            <a:pPr>
              <a:spcAft>
                <a:spcPts val="800"/>
              </a:spcAft>
              <a:defRPr sz="2000" b="0">
                <a:solidFill>
                  <a:srgbClr val="444F66"/>
                </a:solidFill>
                <a:latin typeface="Calibri"/>
              </a:defRPr>
            </a:pPr>
            <a:r>
              <a:t>60 nodes explored: 44 invalid, 16 valid, 2 solutions.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Backtracking Is Shown</a:t>
            </a:r>
          </a:p>
        </p:txBody>
      </p:sp>
      <p:pic>
        <p:nvPicPr>
          <p:cNvPr id="4" name="Picture 3" descr="s_in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Invalid square: red ✕ on the board, dashed line to the attacking queen, red node in the tree.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Red nodes are leaves – nothing below them is explored.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After all columns of a row fail, the queen is removed and the search returns to the parent node.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Next sibling column is then tried.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Animated Website</a:t>
            </a:r>
          </a:p>
        </p:txBody>
      </p:sp>
      <p:pic>
        <p:nvPicPr>
          <p:cNvPr id="4" name="Picture 3" descr="s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Open Visualizer/index.html – no server, no install.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Start, Pause, Next Step, Reset and a speed slider.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Board and tree update with every real backtracking step.</a:t>
            </a:r>
          </a:p>
          <a:p>
            <a:pPr>
              <a:spcAft>
                <a:spcPts val="800"/>
              </a:spcAft>
              <a:defRPr sz="2000" b="0">
                <a:solidFill>
                  <a:srgbClr val="16213A"/>
                </a:solidFill>
                <a:latin typeface="Calibri"/>
              </a:defRPr>
            </a:pPr>
            <a:r>
              <a:t>•  Status panel shows row, column, action and reason; pseudocode line is highlighted.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Solutions for N = 4:  (2, 4, 1, 3)  and  (3, 1, 4, 2)   (column of rows 1–4)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Tree nodes explored (excluding Start): 60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Invalid (red) nodes: 44      Valid nodes: 16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Java program and JavaScript animation give identical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Learning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Understood recursive backtracking.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Learned prompt-based visualization.</a:t>
            </a:r>
          </a:p>
          <a:p>
            <a:pPr>
              <a:spcAft>
                <a:spcPts val="800"/>
              </a:spcAft>
              <a:defRPr sz="2200" b="0">
                <a:solidFill>
                  <a:srgbClr val="16213A"/>
                </a:solidFill>
                <a:latin typeface="Calibri"/>
              </a:defRPr>
            </a:pPr>
            <a:r>
              <a:t>•  Practiced GitHub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