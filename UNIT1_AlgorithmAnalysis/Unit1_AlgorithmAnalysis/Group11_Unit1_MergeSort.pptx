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Recursion Tree for Merge Sort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DAA Macro Project • Group 11 • Unit I, Topic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Input: [38, 27, 43, 3, 9, 82, 10, 1]</a:t>
            </a:r>
          </a:p>
          <a:p>
            <a:pPr/>
            <a:r>
              <a:t>Divide the array into left and right halves recursively.</a:t>
            </a:r>
          </a:p>
          <a:p>
            <a:pPr/>
            <a:r>
              <a:t>Stop when each subarray has one element.</a:t>
            </a:r>
          </a:p>
          <a:p>
            <a:pPr/>
            <a:r>
              <a:t>Merge adjacent sorted subarrays until the full array is sorted.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Recursion Tree Visualization</a:t>
            </a:r>
          </a:p>
        </p:txBody>
      </p:sp>
      <p:pic>
        <p:nvPicPr>
          <p:cNvPr id="3" name="Picture 2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7112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Complexity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Sorted output: [1, 3, 9, 10, 27, 38, 43, 82]</a:t>
            </a:r>
          </a:p>
          <a:p>
            <a:r>
              <a:t>Recurrence: T(n) = 2T(n/2) + Θ(n)</a:t>
            </a:r>
          </a:p>
          <a:p>
            <a:r>
              <a:t>Time complexity: Θ(n log n) in best, average, and worst cases</a:t>
            </a:r>
          </a:p>
          <a:p>
            <a:r>
              <a:t>Auxiliary space: Θ(n); recursion depth: Θ(log n)</a:t>
            </a:r>
          </a:p>
          <a:p>
            <a:r>
              <a:t>Key idea: divide-and-conquer reduces the problem size at each recursive level.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